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F4F1EC"/>
          </a:solidFill>
          <a:ln/>
        </p:spPr>
      </p:sp>
      <p:pic>
        <p:nvPicPr>
          <p:cNvPr id="5" name="Image 0" descr="icons/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758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BARTIME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de Gestão Inteligente para Barbearias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online, CRM, controle financeiro, comissões e relatórios — tudo em um único painel.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Oseias Natã Modesto Durães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Vida e Carreira  |  Grupo Integrado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das barbearias hoje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barbearias ainda depende de processos manuais — o que gera perdas evitáveis de tempo e dinheiro.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591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por WhatsApp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de horário e clientes perdidos por falta de resposta.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93008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21608" y="21945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icons/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3591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21608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em caderno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21608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visão real do faturamento nem das comissões de cada barbeiro.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37376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65976" y="21945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3591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65976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histórico de clientes, preferências ou frequência de visita.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81744" y="19202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10344" y="21945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235915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034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(faltas)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10344" y="36118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estimada de 15-20% do faturamento mensal por falta de lembretes.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das barbearias com até 5 funcionários não usam nenhum software de gestão (SEBRAE, 2023)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tudo em um painel só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Bartime centraliza as operações da barbearia em uma plataforma multi-tenant, acessível a partir de qualquer dispositivo.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2433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 24h: cliente escolhe serviço, profissional e horário.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2433F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1031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2494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clientes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09160" y="3246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Histórico, preferências e pontos de fidelidade de cada cliente.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412480" y="18745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2433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41080" y="21031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icons/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224942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financeiro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41080" y="3246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saídas, fluxo de caixa e comissões automáticas.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24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6177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7640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303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automáticos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760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24h e 1h antes do horário, reduzindo faltas (no-show).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3891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24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709160" y="46177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476402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5303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gerenciais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09160" y="5760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PDF e Excel por profissional e período.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412480" y="43891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12433F"/>
          </a:solidFill>
          <a:ln/>
        </p:spPr>
      </p:sp>
      <p:sp>
        <p:nvSpPr>
          <p:cNvPr id="30" name="Shape 23"/>
          <p:cNvSpPr/>
          <p:nvPr/>
        </p:nvSpPr>
        <p:spPr>
          <a:xfrm>
            <a:off x="8641080" y="46177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icons/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47640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5303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via Stripe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641080" y="5760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recorrente, portal do cliente e teste grátis de 7 dias.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Bartime é construído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moderna, multi-tenant, containerizada e com observabilidade de nível enterprise.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84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3500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19, Tailwind CSS, dashboard responsivo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35224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11810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552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44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4107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TypeScript, Prisma ORM, PostgreSQL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95928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1788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159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05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4714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Redis, ELK Stack, Prometheus + Grafana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056632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523951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3766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5532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com refresh tokens, rate limiting, bcrypt, Helmet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949440" y="1874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0B2B2A"/>
          </a:solidFill>
          <a:ln/>
        </p:spPr>
      </p:sp>
      <p:sp>
        <p:nvSpPr>
          <p:cNvPr id="25" name="Text 19"/>
          <p:cNvSpPr/>
          <p:nvPr/>
        </p:nvSpPr>
        <p:spPr>
          <a:xfrm>
            <a:off x="7223760" y="203911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800" dirty="0"/>
          </a:p>
        </p:txBody>
      </p:sp>
      <p:sp>
        <p:nvSpPr>
          <p:cNvPr id="26" name="Text 20"/>
          <p:cNvSpPr/>
          <p:nvPr/>
        </p:nvSpPr>
        <p:spPr>
          <a:xfrm>
            <a:off x="9052560" y="2057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 modelo de dados PostgreSQL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949440" y="32918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0B2B2A"/>
          </a:solidFill>
          <a:ln/>
        </p:spPr>
      </p:sp>
      <p:sp>
        <p:nvSpPr>
          <p:cNvPr id="28" name="Text 22"/>
          <p:cNvSpPr/>
          <p:nvPr/>
        </p:nvSpPr>
        <p:spPr>
          <a:xfrm>
            <a:off x="7223760" y="345643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800" dirty="0"/>
          </a:p>
        </p:txBody>
      </p:sp>
      <p:sp>
        <p:nvSpPr>
          <p:cNvPr id="29" name="Text 23"/>
          <p:cNvSpPr/>
          <p:nvPr/>
        </p:nvSpPr>
        <p:spPr>
          <a:xfrm>
            <a:off x="905256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independentes no backend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949440" y="470916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0B2B2A"/>
          </a:solidFill>
          <a:ln/>
        </p:spPr>
      </p:sp>
      <p:sp>
        <p:nvSpPr>
          <p:cNvPr id="31" name="Text 25"/>
          <p:cNvSpPr/>
          <p:nvPr/>
        </p:nvSpPr>
        <p:spPr>
          <a:xfrm>
            <a:off x="7223760" y="487375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&lt;200ms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9052560" y="4892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médio por requisição com cache Redis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"Organiza sua barbearia. Cuida do seu negócio. Simplifica sua vida."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Bartime - Plataforma SaaS para Barbearias</dc:title>
  <dc:subject>PptxGenJS Presentation</dc:subject>
  <dc:creator>Oseias Natã Modesto Durães</dc:creator>
  <cp:lastModifiedBy>Oseias Natã Modesto Durães</cp:lastModifiedBy>
  <cp:revision>1</cp:revision>
  <dcterms:created xsi:type="dcterms:W3CDTF">2026-06-14T22:36:55Z</dcterms:created>
  <dcterms:modified xsi:type="dcterms:W3CDTF">2026-06-14T22:36:55Z</dcterms:modified>
</cp:coreProperties>
</file>